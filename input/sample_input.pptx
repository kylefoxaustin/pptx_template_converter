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Quarterly Business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</a:rPr>
              <a:t>Q4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</a:rPr>
              <a:t>•  Q4 revenue and growth highlights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</a:rPr>
              <a:t>•  Customer acquisition and retention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</a:rPr>
              <a:t>•  Product roadmap update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</a:rPr>
              <a:t>•  Operational efficiency gains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A1A1A"/>
                </a:solidFill>
              </a:rPr>
              <a:t>•  Outlook and 2026 priorities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Key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80010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 2025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 2025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$12.4M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$14.1M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New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104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Churn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</a:rPr>
                        <a:t>2.7%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What Went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Customer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5303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</a:rPr>
              <a:t>Landed three Fortune 500 accounts; expansions up 22% YoY.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146304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F4E79"/>
                </a:solidFill>
              </a:rPr>
              <a:t>Product Velocity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2103120"/>
            <a:ext cx="5303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1A1A1A"/>
                </a:solidFill>
              </a:rPr>
              <a:t>Shipped 14 features this quarter; NPS climbed from 41 to 52.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