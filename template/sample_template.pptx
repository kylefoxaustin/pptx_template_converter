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722"/>
                </a:solidFill>
              </a:rPr>
              <a:t>ACME CORPORATION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A9A5"/>
                </a:solidFill>
              </a:rPr>
              <a:t>Acme Corporation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</a:rPr>
              <a:t>Replace this deck with a real corporate template, or keep it as a fixture for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F7F2E8"/>
      </a:lt2>
      <a:accent1>
        <a:srgbClr val="E87722"/>
      </a:accent1>
      <a:accent2>
        <a:srgbClr val="00A9A5"/>
      </a:accent2>
      <a:accent3>
        <a:srgbClr val="4B3F72"/>
      </a:accent3>
      <a:accent4>
        <a:srgbClr val="F2A900"/>
      </a:accent4>
      <a:accent5>
        <a:srgbClr val="6B8E23"/>
      </a:accent5>
      <a:accent6>
        <a:srgbClr val="C8102E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